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4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F8FA"/>
                </a:solidFill>
              </a:defRPr>
            </a:pPr>
            <a:r>
              <a:t>State of Security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8F8FA"/>
                </a:solidFill>
              </a:defRPr>
            </a:pPr>
            <a:r>
              <a:t>Building Tomorrow's Security | Hard Rock Digital Security Townhall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8F8FA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Year in Review: 2025 Achievements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Deep Dive: AI-Powered Security Operations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Security Operations &amp; Detection Engineering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Governance &amp; Maturity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Current State: Where We Stand Today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Future State: Zero Trust Vision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2026 Priorities &amp; 3-Year Roadmap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Our Philosophy: Partnership &amp; Risk-Based Security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8F8FA"/>
                </a:solidFill>
              </a:defRPr>
            </a:pPr>
            <a:r>
              <a:t>Our Security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🤝 Risk-Based Approach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We inform, business decides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Security highlights risks, leadership accepts/mitigates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🚀 Business Enablement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Go as fast as you can possibly go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We remove blockers, not create them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💡 FAIL = First Attempt In Learning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Fail early, fail often, fail fast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Learning mindset over perfection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🤝 Partnership, Not Gatekeeping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We don't approve/deny—we collaborate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8F8FA"/>
                </a:solidFill>
              </a:defRPr>
            </a:pPr>
            <a:r>
              <a:t>2025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📊 Key Metrics: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500 analytics rules deployed (at platform capacity)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79.7% alert closure rate maintained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49+ vendor security reviews completed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~560 employees trained on security awareness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33% cost reduction in Sentinel logging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👥 Team Growth: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Director of SRM hired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3 new SOC analysts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2 new SRM analysts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1 Security Engineer (Jan 2026)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🌎 Market Launches: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Colorado &amp; Michigan successfully launched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Ontario launch prep underway (Q1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8F8FA"/>
                </a:solidFill>
              </a:defRPr>
            </a:pPr>
            <a:r>
              <a:t>🤖 AI &amp; MCP: Industry Pioneers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What is Model Context Protocol (MCP)?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Standardized way for AI to interact with external systems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Real-time access to security tools and data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Natural language interface for complex operations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Why It Matters: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We're among the FIRST security teams deploying production MCP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Transforms how analysts interact with security tools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Reduces manual work, accelerates investigation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Enables AI-assisted decision making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Our Position: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Industry leadership in AI-powered security operations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Innovation differentiator for Hard Rock Digital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Competitive advantage in threat detection &amp;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200" b="1">
                <a:solidFill>
                  <a:srgbClr val="F8F8FA"/>
                </a:solidFill>
              </a:defRPr>
            </a:pPr>
            <a:r>
              <a:t>🤖 AI &amp; MCP: Our Implementations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TheHive MCP Server: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Natural language case management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AI-assisted investigation workflow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Real-time alert context generation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Automated triage recommendations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Vanta MCP Server: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Programmatic compliance access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Automated security posture reporting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Real-time compliance status queries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Policy violation detection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AI SOC Level 1 'Analyst':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Initial alert triage automation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Pattern recognition across alerts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Reduces analyst burnout on repetitive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Current AI Capabilities: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Claude AI integration for analysis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AI-powered log analysis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RSS cyber threat summarization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Policy development assistance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Security documentation generation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2026 AI Roadmap: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Expand MCP to additional platforms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AI-powered playbook automation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Custom threat detection models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Enhanced behavioral analytics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BurpGPT for security testing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Governance: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Hallucination testing completed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Least privilege OAuth credentials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Security evaluation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8F8FA"/>
                </a:solidFill>
              </a:defRPr>
            </a:pPr>
            <a:r>
              <a:t>Security Operations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🔒 24/7 Monitoring - Continent8 MSOC Partnership: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13 SOC analyst accounts onboarded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API integration for automated alert forwarding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n8n workflow automation (6pm-2am EST coverage)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📈 Detection Engineering: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500 analytics rules at platform capacity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79.7% alert closure rate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Major tuning: AWS false positives reduced from 647 to 4 events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New capabilities: DPRK email detection, process hollowing, OAuth monitoring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🎯 Incident Response Wins: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GraphQL scraping campaign: Multiple attacks blocked, zero customer impact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Credential stuffing (Dec 2025): 857 users rate-limited, no compromises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Super Bowl 2025 prep: Cribl+AKS scalability tested for 10-20x 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8F8FA"/>
                </a:solidFill>
              </a:defRPr>
            </a:pPr>
            <a:r>
              <a:t>Governance &amp; Maturity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📋 ISMS Policies Approved (December 2025):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Security &amp; Privacy Steering Committee re-established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Top Level Security Policy, ISMS Roles &amp; Responsibilities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Patch Management SLAs, Backup Policy, Vulnerability Scanning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🏆 ISO 22301 BCMS Framework: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Comprehensive Business Continuity Management System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10 BCMS documents completed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RTO/RPO targets established (Tier 1: &lt;1hr, Tier 2: &lt;4hrs, Tier 3: &lt;24hrs)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Gaming Operations, Payment Processing, Cybersecurity plans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✅ ISO 27001 Gap Analysis: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96 controls mapped across 36 systems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RACI matrix development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Risk treatment roadmap established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Foundation for ISO 27001 certification (aspirational)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3200" b="1">
                <a:solidFill>
                  <a:srgbClr val="F8F8FA"/>
                </a:solidFill>
              </a:defRPr>
            </a:pPr>
            <a:r>
              <a:t>Current State: Where We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✅ Strengths: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Governance maturity (ISMS approved)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AI/MCP industry leadership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24/7 monitoring with MSOC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Strong team growth (6 new hires)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Cost optimization (33% Sentinel savings)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Business enablement (CO, MI launches)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79.7% alert closure rate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Comprehensive training (~560 employees)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🎯 Mature Capabilities: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Detection engineering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Incident response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Vendor risk management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Business continuity planning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Compliance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🎯 Opportunities (2026 Focus):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Sentinel capacity (at 500 rule limit)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Platform integrations: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   - Teleskope DLP (Q1 2026)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   - Sublime Security email (Q1 2026)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   - Flare.io dark web (Q1 2026)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Identity governance (Entra ID rollout)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Penetration testing cadence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Ontario launch security readiness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💡 Not Weaknesses—Growth Areas: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Every gap has a funded plan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Proactive identification shows maturity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Systematic approach to improvement</a:t>
            </a:r>
          </a:p>
          <a:p>
            <a:pPr>
              <a:spcBef>
                <a:spcPts val="1000"/>
              </a:spcBef>
              <a:defRPr sz="1600">
                <a:solidFill>
                  <a:srgbClr val="1A181B"/>
                </a:solidFill>
              </a:defRPr>
            </a:pPr>
            <a:r>
              <a:t>• Risk-based prioritization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8F8FA"/>
                </a:solidFill>
              </a:defRPr>
            </a:pPr>
            <a:r>
              <a:t>Future State Vision: Zero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🎯 Zero Trust Principles: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Never trust, always verify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Identity-based access (not perimeter-based)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Least privilege by default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Continuous authentication &amp; authorization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✅ Current Progress: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Cloudflare Zero Trust implementation (identity-based access)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Entra Conditional Access policies (12-hour session limits)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Admin account concept across teams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Island Enterprise Browser (Phase 1 deployed)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🚀 The Journey Ahead: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Complete Island Browser enterprise rollout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Expand identity-based controls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Implement continuous authentication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Enhance micro-segmentation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Identity governance with Entra 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8F8FA"/>
                </a:solidFill>
              </a:defRPr>
            </a:pPr>
            <a:r>
              <a:t>2026 Priorities: Q1-Q2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🌎 Ontario Market Launch Security Readiness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Complete security assessments &amp; regulatory documentation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Ensure compliance with Ontario gaming regulations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🎯 ISO 22301 BCMS Execution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Execute recovery strategies, conduct tabletop exercises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Validate RTO/RPO targets through live testing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Pursue ISO 22301 certification (competitive differentiator)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📊 Sentinel Capacity Resolution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Address 500 analytics rule limit blocking new detections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Evaluate Azure Data Explorer for cost-effective expansion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🔒 Penetration Testing Program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TrustedSec LLM assessment (January 20, 2026)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Establish recurring penetration test cadence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🚀 New Platform Integrations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Teleskope DLP, Sublime Security email, Flare.io dark web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8F8FA"/>
                </a:solidFill>
              </a:defRPr>
            </a:pPr>
            <a:r>
              <a:t>3-Year Vision: 2026-2028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🔑 Identity Security Focus: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Comprehensive identity governance (Entra ID)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Quarterly User Access Reviews across 20+ systems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Role-based access control (RBAC) maturity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Automated access certification workflows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📧 Email Security Maturity: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Sublime Security full deployment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Advanced phishing protection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Business email compromise prevention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🌍 International Expansion Readiness: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Adapt to shifting business priorities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Security frameworks for new jurisdictions beyond Ontario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🏆 ISO 27001 Certification (Aspirational):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Industry recognition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Regulatory confidence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Competitive differentiation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🤖 Continuous AI Innovation: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Expand MCP integrations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Custom threat detection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8F8FA"/>
                </a:solidFill>
              </a:defRPr>
            </a:pPr>
            <a:r>
              <a:t>Partnership &amp; Business Enablement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Real Examples of Business Enablement: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🚀 Market Launches: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Colorado &amp; Michigan: Regulatory compliance, security readiness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Ontario (Q1 2026): Proactive security assessments in progress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🏈 Super Bowl 2025 Scalability: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Cribl + AKS scalability testing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Validated 10-20x load handling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Ensured platform resilience for peak events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💰 Cost Optimization: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33% Sentinel cost reduction (freed budget for new tools)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40% WAF log storage savings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How We Enable Speed: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✓ Risk-based decisions (not approval/denial)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✓ Automation reduces manual gates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✓ Proactive security embedded early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✓ 'We don't say no, we say here's the risk'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4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3200" b="1">
                <a:solidFill>
                  <a:srgbClr val="F8F8FA"/>
                </a:solidFill>
              </a:defRPr>
            </a:pPr>
            <a:r>
              <a:t>What We Need From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🤝 Continued Partnership Across Teams: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Security is everyone's responsibility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Early engagement on new initiatives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Transparent communication about risks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💡 Embrace the FAIL Mindset: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First Attempt In Learning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Fail early, fail often, fail fast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Innovation requires experimentation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🎓 Security Awareness Participation: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Complete NINJIO video training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Report suspicious activity promptly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Attend live security sessions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💬 Feedback and Collaboration: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Tell us what's working, what's not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Help us improve processes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   • Partner with us on solutions</a:t>
            </a: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1A181B"/>
                </a:solidFill>
              </a:defRPr>
            </a:pPr>
            <a:r>
              <a:t>Together, we build a secure foundation for Hard Rock Digital's growth.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4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8F8FA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8F8FA"/>
                </a:solidFill>
              </a:defRPr>
            </a:pPr>
            <a:r>
              <a:t>Security Team | Hard Rock Digital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